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ppa Rupa Sri" userId="86cd10874d512c83" providerId="LiveId" clId="{E513E12A-1DA7-4195-8B6C-D27BE731C674}"/>
    <pc:docChg chg="delSld modSld">
      <pc:chgData name="Kuppa Rupa Sri" userId="86cd10874d512c83" providerId="LiveId" clId="{E513E12A-1DA7-4195-8B6C-D27BE731C674}" dt="2026-03-23T09:11:48.907" v="43" actId="20577"/>
      <pc:docMkLst>
        <pc:docMk/>
      </pc:docMkLst>
      <pc:sldChg chg="modSp mod">
        <pc:chgData name="Kuppa Rupa Sri" userId="86cd10874d512c83" providerId="LiveId" clId="{E513E12A-1DA7-4195-8B6C-D27BE731C674}" dt="2026-03-23T09:11:48.907" v="43" actId="20577"/>
        <pc:sldMkLst>
          <pc:docMk/>
          <pc:sldMk cId="1104252451" sldId="256"/>
        </pc:sldMkLst>
        <pc:spChg chg="mod">
          <ac:chgData name="Kuppa Rupa Sri" userId="86cd10874d512c83" providerId="LiveId" clId="{E513E12A-1DA7-4195-8B6C-D27BE731C674}" dt="2026-03-23T09:11:48.907" v="43" actId="20577"/>
          <ac:spMkLst>
            <pc:docMk/>
            <pc:sldMk cId="1104252451" sldId="256"/>
            <ac:spMk id="2" creationId="{3F7C313D-170A-E7DE-202D-E4F63A3C937B}"/>
          </ac:spMkLst>
        </pc:spChg>
      </pc:sldChg>
      <pc:sldChg chg="modSp mod">
        <pc:chgData name="Kuppa Rupa Sri" userId="86cd10874d512c83" providerId="LiveId" clId="{E513E12A-1DA7-4195-8B6C-D27BE731C674}" dt="2026-03-23T08:05:02.449" v="41" actId="20577"/>
        <pc:sldMkLst>
          <pc:docMk/>
          <pc:sldMk cId="3167803859" sldId="257"/>
        </pc:sldMkLst>
        <pc:spChg chg="mod">
          <ac:chgData name="Kuppa Rupa Sri" userId="86cd10874d512c83" providerId="LiveId" clId="{E513E12A-1DA7-4195-8B6C-D27BE731C674}" dt="2026-03-23T08:05:02.449" v="41" actId="20577"/>
          <ac:spMkLst>
            <pc:docMk/>
            <pc:sldMk cId="3167803859" sldId="257"/>
            <ac:spMk id="2" creationId="{7DB1068D-CC00-71B6-71B6-1FEC1EA118C5}"/>
          </ac:spMkLst>
        </pc:spChg>
        <pc:spChg chg="mod">
          <ac:chgData name="Kuppa Rupa Sri" userId="86cd10874d512c83" providerId="LiveId" clId="{E513E12A-1DA7-4195-8B6C-D27BE731C674}" dt="2026-03-23T08:04:48.125" v="39" actId="255"/>
          <ac:spMkLst>
            <pc:docMk/>
            <pc:sldMk cId="3167803859" sldId="257"/>
            <ac:spMk id="3" creationId="{A49C0A15-8157-18DE-8FD7-09D9BB8071CD}"/>
          </ac:spMkLst>
        </pc:spChg>
      </pc:sldChg>
      <pc:sldChg chg="modSp mod">
        <pc:chgData name="Kuppa Rupa Sri" userId="86cd10874d512c83" providerId="LiveId" clId="{E513E12A-1DA7-4195-8B6C-D27BE731C674}" dt="2026-03-23T08:04:28.471" v="38" actId="12"/>
        <pc:sldMkLst>
          <pc:docMk/>
          <pc:sldMk cId="1519017669" sldId="258"/>
        </pc:sldMkLst>
        <pc:spChg chg="mod">
          <ac:chgData name="Kuppa Rupa Sri" userId="86cd10874d512c83" providerId="LiveId" clId="{E513E12A-1DA7-4195-8B6C-D27BE731C674}" dt="2026-03-23T08:04:28.471" v="38" actId="12"/>
          <ac:spMkLst>
            <pc:docMk/>
            <pc:sldMk cId="1519017669" sldId="258"/>
            <ac:spMk id="3" creationId="{2BE77F0F-E609-2DF5-8892-CF60F6E45107}"/>
          </ac:spMkLst>
        </pc:spChg>
      </pc:sldChg>
      <pc:sldChg chg="modSp mod">
        <pc:chgData name="Kuppa Rupa Sri" userId="86cd10874d512c83" providerId="LiveId" clId="{E513E12A-1DA7-4195-8B6C-D27BE731C674}" dt="2026-03-23T08:04:11.365" v="37" actId="20577"/>
        <pc:sldMkLst>
          <pc:docMk/>
          <pc:sldMk cId="3019025169" sldId="260"/>
        </pc:sldMkLst>
        <pc:spChg chg="mod">
          <ac:chgData name="Kuppa Rupa Sri" userId="86cd10874d512c83" providerId="LiveId" clId="{E513E12A-1DA7-4195-8B6C-D27BE731C674}" dt="2026-03-23T08:03:09.032" v="30" actId="20577"/>
          <ac:spMkLst>
            <pc:docMk/>
            <pc:sldMk cId="3019025169" sldId="260"/>
            <ac:spMk id="2" creationId="{CB148A37-72CE-82A3-079B-692FF47034AF}"/>
          </ac:spMkLst>
        </pc:spChg>
        <pc:spChg chg="mod">
          <ac:chgData name="Kuppa Rupa Sri" userId="86cd10874d512c83" providerId="LiveId" clId="{E513E12A-1DA7-4195-8B6C-D27BE731C674}" dt="2026-03-23T08:04:11.365" v="37" actId="20577"/>
          <ac:spMkLst>
            <pc:docMk/>
            <pc:sldMk cId="3019025169" sldId="260"/>
            <ac:spMk id="3" creationId="{692A1409-A5DC-691D-9584-3281A771FF5D}"/>
          </ac:spMkLst>
        </pc:spChg>
      </pc:sldChg>
      <pc:sldChg chg="modSp mod">
        <pc:chgData name="Kuppa Rupa Sri" userId="86cd10874d512c83" providerId="LiveId" clId="{E513E12A-1DA7-4195-8B6C-D27BE731C674}" dt="2026-03-23T08:03:03.428" v="28" actId="255"/>
        <pc:sldMkLst>
          <pc:docMk/>
          <pc:sldMk cId="97373704" sldId="261"/>
        </pc:sldMkLst>
        <pc:spChg chg="mod">
          <ac:chgData name="Kuppa Rupa Sri" userId="86cd10874d512c83" providerId="LiveId" clId="{E513E12A-1DA7-4195-8B6C-D27BE731C674}" dt="2026-03-23T08:03:03.428" v="28" actId="255"/>
          <ac:spMkLst>
            <pc:docMk/>
            <pc:sldMk cId="97373704" sldId="261"/>
            <ac:spMk id="2" creationId="{1646CF1A-1A53-A884-ED3F-C51B9450E194}"/>
          </ac:spMkLst>
        </pc:spChg>
      </pc:sldChg>
      <pc:sldChg chg="modSp mod">
        <pc:chgData name="Kuppa Rupa Sri" userId="86cd10874d512c83" providerId="LiveId" clId="{E513E12A-1DA7-4195-8B6C-D27BE731C674}" dt="2026-03-23T08:02:50.468" v="26" actId="1076"/>
        <pc:sldMkLst>
          <pc:docMk/>
          <pc:sldMk cId="1939007302" sldId="262"/>
        </pc:sldMkLst>
        <pc:spChg chg="mod">
          <ac:chgData name="Kuppa Rupa Sri" userId="86cd10874d512c83" providerId="LiveId" clId="{E513E12A-1DA7-4195-8B6C-D27BE731C674}" dt="2026-03-23T08:02:50.468" v="26" actId="1076"/>
          <ac:spMkLst>
            <pc:docMk/>
            <pc:sldMk cId="1939007302" sldId="262"/>
            <ac:spMk id="2" creationId="{26836F68-22FE-EB3B-D951-6565CED90F9E}"/>
          </ac:spMkLst>
        </pc:spChg>
      </pc:sldChg>
      <pc:sldChg chg="modSp del mod">
        <pc:chgData name="Kuppa Rupa Sri" userId="86cd10874d512c83" providerId="LiveId" clId="{E513E12A-1DA7-4195-8B6C-D27BE731C674}" dt="2026-03-23T09:07:48.595" v="42" actId="2696"/>
        <pc:sldMkLst>
          <pc:docMk/>
          <pc:sldMk cId="1310579231" sldId="264"/>
        </pc:sldMkLst>
        <pc:spChg chg="mod">
          <ac:chgData name="Kuppa Rupa Sri" userId="86cd10874d512c83" providerId="LiveId" clId="{E513E12A-1DA7-4195-8B6C-D27BE731C674}" dt="2026-03-23T08:01:40.454" v="18" actId="1076"/>
          <ac:spMkLst>
            <pc:docMk/>
            <pc:sldMk cId="1310579231" sldId="264"/>
            <ac:spMk id="5" creationId="{3074EBB2-5583-0FB8-5D6B-A39EA1920EF9}"/>
          </ac:spMkLst>
        </pc:spChg>
      </pc:sldChg>
      <pc:sldChg chg="modSp mod">
        <pc:chgData name="Kuppa Rupa Sri" userId="86cd10874d512c83" providerId="LiveId" clId="{E513E12A-1DA7-4195-8B6C-D27BE731C674}" dt="2026-03-23T08:01:47.296" v="19" actId="1076"/>
        <pc:sldMkLst>
          <pc:docMk/>
          <pc:sldMk cId="892438695" sldId="265"/>
        </pc:sldMkLst>
        <pc:spChg chg="mod">
          <ac:chgData name="Kuppa Rupa Sri" userId="86cd10874d512c83" providerId="LiveId" clId="{E513E12A-1DA7-4195-8B6C-D27BE731C674}" dt="2026-03-23T08:01:47.296" v="19" actId="1076"/>
          <ac:spMkLst>
            <pc:docMk/>
            <pc:sldMk cId="892438695" sldId="265"/>
            <ac:spMk id="2" creationId="{CEF5C913-225D-BB4C-0673-AD4FF8D318D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1BDBC-910D-4F20-ADB1-215E87D4B0E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1D1CA-FBAE-496D-B3E5-D4D847A97648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683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1BDBC-910D-4F20-ADB1-215E87D4B0E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1D1CA-FBAE-496D-B3E5-D4D847A97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008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1BDBC-910D-4F20-ADB1-215E87D4B0E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1D1CA-FBAE-496D-B3E5-D4D847A97648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2005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1BDBC-910D-4F20-ADB1-215E87D4B0E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1D1CA-FBAE-496D-B3E5-D4D847A97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245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1BDBC-910D-4F20-ADB1-215E87D4B0E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1D1CA-FBAE-496D-B3E5-D4D847A97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807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1BDBC-910D-4F20-ADB1-215E87D4B0E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1D1CA-FBAE-496D-B3E5-D4D847A97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974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1BDBC-910D-4F20-ADB1-215E87D4B0E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1D1CA-FBAE-496D-B3E5-D4D847A97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1989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A51BDBC-910D-4F20-ADB1-215E87D4B0E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F71D1CA-FBAE-496D-B3E5-D4D847A97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717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1BDBC-910D-4F20-ADB1-215E87D4B0E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1D1CA-FBAE-496D-B3E5-D4D847A97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523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1BDBC-910D-4F20-ADB1-215E87D4B0E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1D1CA-FBAE-496D-B3E5-D4D847A97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256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1BDBC-910D-4F20-ADB1-215E87D4B0E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1D1CA-FBAE-496D-B3E5-D4D847A97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267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A51BDBC-910D-4F20-ADB1-215E87D4B0E1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F71D1CA-FBAE-496D-B3E5-D4D847A97648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086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C313D-170A-E7DE-202D-E4F63A3C93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2084" y="4448400"/>
            <a:ext cx="9144000" cy="1641490"/>
          </a:xfrm>
        </p:spPr>
        <p:txBody>
          <a:bodyPr>
            <a:noAutofit/>
          </a:bodyPr>
          <a:lstStyle/>
          <a:p>
            <a:r>
              <a:rPr lang="en-US" sz="6000" dirty="0"/>
              <a:t>Spotify Top 50 Songs in World Dashboard</a:t>
            </a:r>
            <a:endParaRPr lang="en-IN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970AA-8686-E29D-6481-18A86CBDF2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3957128"/>
            <a:ext cx="10058400" cy="1641491"/>
          </a:xfrm>
        </p:spPr>
        <p:txBody>
          <a:bodyPr/>
          <a:lstStyle/>
          <a:p>
            <a:r>
              <a:rPr lang="en-US" dirty="0"/>
              <a:t>Power Bi Project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4252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1068D-CC00-71B6-71B6-1FEC1EA11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</a:t>
            </a:r>
            <a:r>
              <a:rPr lang="en-US" sz="5400" dirty="0"/>
              <a:t>Abstract</a:t>
            </a:r>
            <a:endParaRPr lang="en-I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C0A15-8157-18DE-8FD7-09D9BB807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This project analyzes Spotify Top 50 songs from world and this data to understand music trends, artist popularity, and song characteristics using Power BI dashboards.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167803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58B9B-141A-3BBA-68AE-753DB46F2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77F0F-E609-2DF5-8892-CF60F6E45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Analyze song popularity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Identify top artists and songs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Understand trends by year and album type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Visualize insights interactively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9017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48A37-72CE-82A3-079B-692FF4703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Dashboard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A1409-A5DC-691D-9584-3281A771F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3115" y="1828956"/>
            <a:ext cx="10058400" cy="40233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KPI Cards (Songs, Artists, Popularity)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Popular Artists chart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Popular Songs chart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Album type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Monthly trends</a:t>
            </a:r>
          </a:p>
        </p:txBody>
      </p:sp>
    </p:spTree>
    <p:extLst>
      <p:ext uri="{BB962C8B-B14F-4D97-AF65-F5344CB8AC3E}">
        <p14:creationId xmlns:p14="http://schemas.microsoft.com/office/powerpoint/2010/main" val="3019025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6CF1A-1A53-A884-ED3F-C51B9450E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70" y="286603"/>
            <a:ext cx="10058400" cy="1450757"/>
          </a:xfrm>
        </p:spPr>
        <p:txBody>
          <a:bodyPr/>
          <a:lstStyle/>
          <a:p>
            <a:r>
              <a:rPr lang="en-US" dirty="0"/>
              <a:t>                         </a:t>
            </a:r>
            <a:r>
              <a:rPr lang="en-US" sz="5400" dirty="0"/>
              <a:t>Dashboard</a:t>
            </a:r>
            <a:endParaRPr lang="en-IN" sz="54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34A56C-4249-FF0E-3436-EE2DACEB5A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761" y="1855808"/>
            <a:ext cx="7511844" cy="4242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73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36F68-22FE-EB3B-D951-6565CED90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55051"/>
            <a:ext cx="10058400" cy="1237397"/>
          </a:xfrm>
        </p:spPr>
        <p:txBody>
          <a:bodyPr>
            <a:normAutofit/>
          </a:bodyPr>
          <a:lstStyle/>
          <a:p>
            <a:r>
              <a:rPr lang="en-US" sz="5400" dirty="0"/>
              <a:t>                       Donut Chart </a:t>
            </a:r>
            <a:endParaRPr lang="en-IN" sz="5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ABB8DF5-5F99-C4E6-2626-E5BBD365BF1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980" y="2202426"/>
            <a:ext cx="4543425" cy="289590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C3E4E5-3576-CE69-00D5-37BE8738A8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4955" y="2271252"/>
            <a:ext cx="5506065" cy="2827081"/>
          </a:xfrm>
        </p:spPr>
        <p:txBody>
          <a:bodyPr/>
          <a:lstStyle/>
          <a:p>
            <a:r>
              <a:rPr lang="en-US" dirty="0"/>
              <a:t>1</a:t>
            </a:r>
            <a:r>
              <a:rPr lang="en-US" sz="1600" baseline="30000" dirty="0"/>
              <a:t>st</a:t>
            </a:r>
            <a:r>
              <a:rPr lang="en-US" sz="1600" dirty="0"/>
              <a:t> Donut chart will explain single or album songs from the Spotify.</a:t>
            </a:r>
          </a:p>
          <a:p>
            <a:r>
              <a:rPr lang="en-US" sz="1600" dirty="0"/>
              <a:t>2</a:t>
            </a:r>
            <a:r>
              <a:rPr lang="en-US" sz="1600" baseline="30000" dirty="0"/>
              <a:t>nd</a:t>
            </a:r>
            <a:r>
              <a:rPr lang="en-US" sz="1600" dirty="0"/>
              <a:t> Donut chart will explain explicit and non explicit songs from the Spotify.</a:t>
            </a:r>
          </a:p>
          <a:p>
            <a:r>
              <a:rPr lang="en-US" sz="1600" dirty="0"/>
              <a:t>3</a:t>
            </a:r>
            <a:r>
              <a:rPr lang="en-US" sz="1600" baseline="30000" dirty="0"/>
              <a:t>rd</a:t>
            </a:r>
            <a:r>
              <a:rPr lang="en-US" sz="1600" dirty="0"/>
              <a:t> Donut chart will explain songs from 2023 and 2024 years in Spotify.</a:t>
            </a:r>
          </a:p>
          <a:p>
            <a:r>
              <a:rPr lang="en-US" sz="1600" dirty="0"/>
              <a:t>4</a:t>
            </a:r>
            <a:r>
              <a:rPr lang="en-US" sz="1600" baseline="30000" dirty="0"/>
              <a:t>th</a:t>
            </a:r>
            <a:r>
              <a:rPr lang="en-US" sz="1600" dirty="0"/>
              <a:t> Donut chart will explain Average popularity by songs from Spotify.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939007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E3468-713E-5B59-B631-2FB612722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Popular Songs and Artists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BBA834E-586C-8958-D862-37B38FDDF8E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181" y="2095500"/>
            <a:ext cx="4486275" cy="3524250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C598DDF0-6E73-701A-6569-516A60582D6A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225230" y="2136339"/>
            <a:ext cx="507203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Spotify Top 50 World shows that song popularity is mostly steady,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but it drops a little in October and rises again by December.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number of different songs is highest in October and lowest in the beginning of the year.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more variety of songs appears in the middle and end of the year.</a:t>
            </a:r>
          </a:p>
        </p:txBody>
      </p:sp>
    </p:spTree>
    <p:extLst>
      <p:ext uri="{BB962C8B-B14F-4D97-AF65-F5344CB8AC3E}">
        <p14:creationId xmlns:p14="http://schemas.microsoft.com/office/powerpoint/2010/main" val="1043709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5C913-225D-BB4C-0673-AD4FF8D31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8223" y="504717"/>
            <a:ext cx="10058400" cy="1247229"/>
          </a:xfrm>
        </p:spPr>
        <p:txBody>
          <a:bodyPr/>
          <a:lstStyle/>
          <a:p>
            <a:r>
              <a:rPr lang="en-US" dirty="0"/>
              <a:t>                          </a:t>
            </a:r>
            <a:r>
              <a:rPr lang="en-US" sz="5400" dirty="0"/>
              <a:t>Conclusion</a:t>
            </a:r>
            <a:endParaRPr lang="en-IN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68C89-DAC7-26E1-79F5-B72DDCD00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/>
              <a:t>The dashboard provides clear insights into Spotify trends, helping understand user preferences and music patterns.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892438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517E46-C8FE-E8D0-EB0A-1CF356661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678426"/>
            <a:ext cx="8572500" cy="398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1624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145</TotalTime>
  <Words>237</Words>
  <Application>Microsoft Office PowerPoint</Application>
  <PresentationFormat>Widescreen</PresentationFormat>
  <Paragraphs>27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Retrospect</vt:lpstr>
      <vt:lpstr>Spotify Top 50 Songs in World Dashboard</vt:lpstr>
      <vt:lpstr>                            Abstract</vt:lpstr>
      <vt:lpstr>                             Objective</vt:lpstr>
      <vt:lpstr>                Dashboard Overview</vt:lpstr>
      <vt:lpstr>                         Dashboard</vt:lpstr>
      <vt:lpstr>                       Donut Chart </vt:lpstr>
      <vt:lpstr>               Popular Songs and Artists</vt:lpstr>
      <vt:lpstr>                         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surya teja</dc:creator>
  <cp:lastModifiedBy>Kuppa Rupa Sri</cp:lastModifiedBy>
  <cp:revision>1</cp:revision>
  <dcterms:created xsi:type="dcterms:W3CDTF">2026-03-23T06:42:33Z</dcterms:created>
  <dcterms:modified xsi:type="dcterms:W3CDTF">2026-03-23T09:11:59Z</dcterms:modified>
</cp:coreProperties>
</file>